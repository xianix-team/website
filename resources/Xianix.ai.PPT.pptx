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51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B472"/>
    <a:srgbClr val="C5A2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A162E6-6DEA-FD45-9ABE-614E7F5C0EB4}" v="27" dt="2026-04-27T03:04:28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4" autoAdjust="0"/>
    <p:restoredTop sz="96301" autoAdjust="0"/>
  </p:normalViewPr>
  <p:slideViewPr>
    <p:cSldViewPr snapToGrid="0">
      <p:cViewPr varScale="1">
        <p:scale>
          <a:sx n="122" d="100"/>
          <a:sy n="122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E6E2C-A2E5-4920-AD2C-575AE21F730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AAEAF-B913-460A-ACBC-E1BFEF533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04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F3BB6-1DCC-A5F5-3366-6DC277047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7D4A3-80F6-F150-85C4-AF47826EE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4D90D-852F-7F93-6D25-179C3306B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65830-A9BB-435C-023D-C6BDE9984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4515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C6A014-1707-41AA-8671-BCAD9B8342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4515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815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92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370"/>
            </a:lvl1pPr>
            <a:lvl2pPr marL="451511" indent="0" algn="ctr">
              <a:buNone/>
              <a:defRPr sz="1975"/>
            </a:lvl2pPr>
            <a:lvl3pPr marL="903022" indent="0" algn="ctr">
              <a:buNone/>
              <a:defRPr sz="1778"/>
            </a:lvl3pPr>
            <a:lvl4pPr marL="1354533" indent="0" algn="ctr">
              <a:buNone/>
              <a:defRPr sz="1580"/>
            </a:lvl4pPr>
            <a:lvl5pPr marL="1806044" indent="0" algn="ctr">
              <a:buNone/>
              <a:defRPr sz="1580"/>
            </a:lvl5pPr>
            <a:lvl6pPr marL="2257556" indent="0" algn="ctr">
              <a:buNone/>
              <a:defRPr sz="1580"/>
            </a:lvl6pPr>
            <a:lvl7pPr marL="2709066" indent="0" algn="ctr">
              <a:buNone/>
              <a:defRPr sz="1580"/>
            </a:lvl7pPr>
            <a:lvl8pPr marL="3160578" indent="0" algn="ctr">
              <a:buNone/>
              <a:defRPr sz="1580"/>
            </a:lvl8pPr>
            <a:lvl9pPr marL="3612088" indent="0" algn="ctr">
              <a:buNone/>
              <a:defRPr sz="15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3E71-7205-45F1-B1E1-A3C81765C6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9045-888E-4A81-9F55-C8C823084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1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3E71-7205-45F1-B1E1-A3C81765C6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9045-888E-4A81-9F55-C8C823084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92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1pPr>
            <a:lvl2pPr marL="451511" indent="0">
              <a:buNone/>
              <a:defRPr sz="1975">
                <a:solidFill>
                  <a:schemeClr val="tx1">
                    <a:tint val="75000"/>
                  </a:schemeClr>
                </a:solidFill>
              </a:defRPr>
            </a:lvl2pPr>
            <a:lvl3pPr marL="903022" indent="0">
              <a:buNone/>
              <a:defRPr sz="1778">
                <a:solidFill>
                  <a:schemeClr val="tx1">
                    <a:tint val="75000"/>
                  </a:schemeClr>
                </a:solidFill>
              </a:defRPr>
            </a:lvl3pPr>
            <a:lvl4pPr marL="1354533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4pPr>
            <a:lvl5pPr marL="1806044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5pPr>
            <a:lvl6pPr marL="2257556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6pPr>
            <a:lvl7pPr marL="2709066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7pPr>
            <a:lvl8pPr marL="3160578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8pPr>
            <a:lvl9pPr marL="3612088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3E71-7205-45F1-B1E1-A3C81765C6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9045-888E-4A81-9F55-C8C823084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3E71-7205-45F1-B1E1-A3C81765C6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9045-888E-4A81-9F55-C8C823084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370" b="1"/>
            </a:lvl1pPr>
            <a:lvl2pPr marL="451511" indent="0">
              <a:buNone/>
              <a:defRPr sz="1975" b="1"/>
            </a:lvl2pPr>
            <a:lvl3pPr marL="903022" indent="0">
              <a:buNone/>
              <a:defRPr sz="1778" b="1"/>
            </a:lvl3pPr>
            <a:lvl4pPr marL="1354533" indent="0">
              <a:buNone/>
              <a:defRPr sz="1580" b="1"/>
            </a:lvl4pPr>
            <a:lvl5pPr marL="1806044" indent="0">
              <a:buNone/>
              <a:defRPr sz="1580" b="1"/>
            </a:lvl5pPr>
            <a:lvl6pPr marL="2257556" indent="0">
              <a:buNone/>
              <a:defRPr sz="1580" b="1"/>
            </a:lvl6pPr>
            <a:lvl7pPr marL="2709066" indent="0">
              <a:buNone/>
              <a:defRPr sz="1580" b="1"/>
            </a:lvl7pPr>
            <a:lvl8pPr marL="3160578" indent="0">
              <a:buNone/>
              <a:defRPr sz="1580" b="1"/>
            </a:lvl8pPr>
            <a:lvl9pPr marL="3612088" indent="0">
              <a:buNone/>
              <a:defRPr sz="15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2"/>
          </a:xfrm>
        </p:spPr>
        <p:txBody>
          <a:bodyPr anchor="b"/>
          <a:lstStyle>
            <a:lvl1pPr marL="0" indent="0">
              <a:buNone/>
              <a:defRPr sz="2370" b="1"/>
            </a:lvl1pPr>
            <a:lvl2pPr marL="451511" indent="0">
              <a:buNone/>
              <a:defRPr sz="1975" b="1"/>
            </a:lvl2pPr>
            <a:lvl3pPr marL="903022" indent="0">
              <a:buNone/>
              <a:defRPr sz="1778" b="1"/>
            </a:lvl3pPr>
            <a:lvl4pPr marL="1354533" indent="0">
              <a:buNone/>
              <a:defRPr sz="1580" b="1"/>
            </a:lvl4pPr>
            <a:lvl5pPr marL="1806044" indent="0">
              <a:buNone/>
              <a:defRPr sz="1580" b="1"/>
            </a:lvl5pPr>
            <a:lvl6pPr marL="2257556" indent="0">
              <a:buNone/>
              <a:defRPr sz="1580" b="1"/>
            </a:lvl6pPr>
            <a:lvl7pPr marL="2709066" indent="0">
              <a:buNone/>
              <a:defRPr sz="1580" b="1"/>
            </a:lvl7pPr>
            <a:lvl8pPr marL="3160578" indent="0">
              <a:buNone/>
              <a:defRPr sz="1580" b="1"/>
            </a:lvl8pPr>
            <a:lvl9pPr marL="3612088" indent="0">
              <a:buNone/>
              <a:defRPr sz="15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3E71-7205-45F1-B1E1-A3C81765C6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9045-888E-4A81-9F55-C8C823084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3E71-7205-45F1-B1E1-A3C81765C6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9045-888E-4A81-9F55-C8C823084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57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3E71-7205-45F1-B1E1-A3C81765C6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9045-888E-4A81-9F55-C8C823084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5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160"/>
            </a:lvl1pPr>
            <a:lvl2pPr>
              <a:defRPr sz="2765"/>
            </a:lvl2pPr>
            <a:lvl3pPr>
              <a:defRPr sz="2370"/>
            </a:lvl3pPr>
            <a:lvl4pPr>
              <a:defRPr sz="1975"/>
            </a:lvl4pPr>
            <a:lvl5pPr>
              <a:defRPr sz="1975"/>
            </a:lvl5pPr>
            <a:lvl6pPr>
              <a:defRPr sz="1975"/>
            </a:lvl6pPr>
            <a:lvl7pPr>
              <a:defRPr sz="1975"/>
            </a:lvl7pPr>
            <a:lvl8pPr>
              <a:defRPr sz="1975"/>
            </a:lvl8pPr>
            <a:lvl9pPr>
              <a:defRPr sz="1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580"/>
            </a:lvl1pPr>
            <a:lvl2pPr marL="451511" indent="0">
              <a:buNone/>
              <a:defRPr sz="1383"/>
            </a:lvl2pPr>
            <a:lvl3pPr marL="903022" indent="0">
              <a:buNone/>
              <a:defRPr sz="1185"/>
            </a:lvl3pPr>
            <a:lvl4pPr marL="1354533" indent="0">
              <a:buNone/>
              <a:defRPr sz="988"/>
            </a:lvl4pPr>
            <a:lvl5pPr marL="1806044" indent="0">
              <a:buNone/>
              <a:defRPr sz="988"/>
            </a:lvl5pPr>
            <a:lvl6pPr marL="2257556" indent="0">
              <a:buNone/>
              <a:defRPr sz="988"/>
            </a:lvl6pPr>
            <a:lvl7pPr marL="2709066" indent="0">
              <a:buNone/>
              <a:defRPr sz="988"/>
            </a:lvl7pPr>
            <a:lvl8pPr marL="3160578" indent="0">
              <a:buNone/>
              <a:defRPr sz="988"/>
            </a:lvl8pPr>
            <a:lvl9pPr marL="3612088" indent="0">
              <a:buNone/>
              <a:defRPr sz="9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3E71-7205-45F1-B1E1-A3C81765C6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9045-888E-4A81-9F55-C8C823084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160"/>
            </a:lvl1pPr>
            <a:lvl2pPr marL="451511" indent="0">
              <a:buNone/>
              <a:defRPr sz="2765"/>
            </a:lvl2pPr>
            <a:lvl3pPr marL="903022" indent="0">
              <a:buNone/>
              <a:defRPr sz="2370"/>
            </a:lvl3pPr>
            <a:lvl4pPr marL="1354533" indent="0">
              <a:buNone/>
              <a:defRPr sz="1975"/>
            </a:lvl4pPr>
            <a:lvl5pPr marL="1806044" indent="0">
              <a:buNone/>
              <a:defRPr sz="1975"/>
            </a:lvl5pPr>
            <a:lvl6pPr marL="2257556" indent="0">
              <a:buNone/>
              <a:defRPr sz="1975"/>
            </a:lvl6pPr>
            <a:lvl7pPr marL="2709066" indent="0">
              <a:buNone/>
              <a:defRPr sz="1975"/>
            </a:lvl7pPr>
            <a:lvl8pPr marL="3160578" indent="0">
              <a:buNone/>
              <a:defRPr sz="1975"/>
            </a:lvl8pPr>
            <a:lvl9pPr marL="3612088" indent="0">
              <a:buNone/>
              <a:defRPr sz="1975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580"/>
            </a:lvl1pPr>
            <a:lvl2pPr marL="451511" indent="0">
              <a:buNone/>
              <a:defRPr sz="1383"/>
            </a:lvl2pPr>
            <a:lvl3pPr marL="903022" indent="0">
              <a:buNone/>
              <a:defRPr sz="1185"/>
            </a:lvl3pPr>
            <a:lvl4pPr marL="1354533" indent="0">
              <a:buNone/>
              <a:defRPr sz="988"/>
            </a:lvl4pPr>
            <a:lvl5pPr marL="1806044" indent="0">
              <a:buNone/>
              <a:defRPr sz="988"/>
            </a:lvl5pPr>
            <a:lvl6pPr marL="2257556" indent="0">
              <a:buNone/>
              <a:defRPr sz="988"/>
            </a:lvl6pPr>
            <a:lvl7pPr marL="2709066" indent="0">
              <a:buNone/>
              <a:defRPr sz="988"/>
            </a:lvl7pPr>
            <a:lvl8pPr marL="3160578" indent="0">
              <a:buNone/>
              <a:defRPr sz="988"/>
            </a:lvl8pPr>
            <a:lvl9pPr marL="3612088" indent="0">
              <a:buNone/>
              <a:defRPr sz="9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3E71-7205-45F1-B1E1-A3C81765C6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9045-888E-4A81-9F55-C8C823084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8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3E71-7205-45F1-B1E1-A3C81765C6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9045-888E-4A81-9F55-C8C823084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6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3E71-7205-45F1-B1E1-A3C81765C6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9045-888E-4A81-9F55-C8C823084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13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4F73-92A0-1909-EC61-2EEFED47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C1359C-0E44-257D-6016-F8C1030F5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3E71-7205-45F1-B1E1-A3C81765C635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42D87-BBC6-2700-C9DD-555869420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BACD60-9B4C-DA6D-BCF4-8B5ACF25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79045-888E-4A81-9F55-C8C823084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4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33E71-7205-45F1-B1E1-A3C81765C635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79045-888E-4A81-9F55-C8C823084C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59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03022" rtl="0" eaLnBrk="1" latinLnBrk="0" hangingPunct="1">
        <a:lnSpc>
          <a:spcPct val="90000"/>
        </a:lnSpc>
        <a:spcBef>
          <a:spcPct val="0"/>
        </a:spcBef>
        <a:buNone/>
        <a:defRPr sz="43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755" indent="-225755" algn="l" defTabSz="903022" rtl="0" eaLnBrk="1" latinLnBrk="0" hangingPunct="1">
        <a:lnSpc>
          <a:spcPct val="90000"/>
        </a:lnSpc>
        <a:spcBef>
          <a:spcPts val="988"/>
        </a:spcBef>
        <a:buFont typeface="Arial" panose="020B0604020202020204" pitchFamily="34" charset="0"/>
        <a:buChar char="•"/>
        <a:defRPr sz="2765" kern="1200">
          <a:solidFill>
            <a:schemeClr val="tx1"/>
          </a:solidFill>
          <a:latin typeface="+mn-lt"/>
          <a:ea typeface="+mn-ea"/>
          <a:cs typeface="+mn-cs"/>
        </a:defRPr>
      </a:lvl1pPr>
      <a:lvl2pPr marL="677267" indent="-225755" algn="l" defTabSz="903022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2370" kern="1200">
          <a:solidFill>
            <a:schemeClr val="tx1"/>
          </a:solidFill>
          <a:latin typeface="+mn-lt"/>
          <a:ea typeface="+mn-ea"/>
          <a:cs typeface="+mn-cs"/>
        </a:defRPr>
      </a:lvl2pPr>
      <a:lvl3pPr marL="1128777" indent="-225755" algn="l" defTabSz="903022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80289" indent="-225755" algn="l" defTabSz="903022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2031800" indent="-225755" algn="l" defTabSz="903022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483311" indent="-225755" algn="l" defTabSz="903022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934822" indent="-225755" algn="l" defTabSz="903022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386333" indent="-225755" algn="l" defTabSz="903022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837844" indent="-225755" algn="l" defTabSz="903022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022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1pPr>
      <a:lvl2pPr marL="451511" algn="l" defTabSz="903022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2pPr>
      <a:lvl3pPr marL="903022" algn="l" defTabSz="903022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354533" algn="l" defTabSz="903022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1806044" algn="l" defTabSz="903022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257556" algn="l" defTabSz="903022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709066" algn="l" defTabSz="903022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160578" algn="l" defTabSz="903022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612088" algn="l" defTabSz="903022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EF6D7E-CA5E-ACC3-4D08-FA22CE46A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F49DEA-A929-7B01-1388-2F2E0B8E3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126" y="2949537"/>
            <a:ext cx="1052184" cy="10521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8B3F8E-8712-E603-940A-AD7C4356C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440" y="2275643"/>
            <a:ext cx="2104356" cy="24086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557C94-A03A-1CED-1213-6D9386913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894" y="2897219"/>
            <a:ext cx="1145892" cy="11458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830B3BB-CCD0-F718-8187-DB878EAB53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3555" y="1417565"/>
            <a:ext cx="562827" cy="7521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58CC129-2683-867D-0056-F54E67D93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8028" y="2949537"/>
            <a:ext cx="562827" cy="75214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6FFA29C-F823-2E82-B9FB-E8F2D3317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9579" y="1934734"/>
            <a:ext cx="566420" cy="69000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C53AEB7-B17B-B748-6915-4BAD5729BF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6752" y="4021371"/>
            <a:ext cx="566421" cy="6900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66A69A9-0B9B-4E85-510F-1B3BF92B05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6228" y="4694740"/>
            <a:ext cx="707970" cy="7079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F200580-545B-1910-04DA-2D084E0B0F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377" y="1843082"/>
            <a:ext cx="3187630" cy="32393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988A614-CD79-322D-CEF7-757C3F6DEA5D}"/>
              </a:ext>
            </a:extLst>
          </p:cNvPr>
          <p:cNvSpPr txBox="1"/>
          <p:nvPr/>
        </p:nvSpPr>
        <p:spPr>
          <a:xfrm>
            <a:off x="158982" y="3032828"/>
            <a:ext cx="21969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C5A2CB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</a:rPr>
              <a:t>Provide Context,</a:t>
            </a:r>
          </a:p>
          <a:p>
            <a:pPr algn="r"/>
            <a:r>
              <a:rPr lang="en-US" sz="1400" dirty="0">
                <a:solidFill>
                  <a:srgbClr val="C5A2CB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</a:rPr>
              <a:t>Make Decisions,</a:t>
            </a:r>
          </a:p>
          <a:p>
            <a:pPr algn="r"/>
            <a:r>
              <a:rPr lang="en-US" sz="1400" dirty="0">
                <a:solidFill>
                  <a:srgbClr val="C5A2CB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</a:rPr>
              <a:t>Steer the Journey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1D862D-C401-B404-DFFA-53204D2C0C0F}"/>
              </a:ext>
            </a:extLst>
          </p:cNvPr>
          <p:cNvSpPr txBox="1"/>
          <p:nvPr/>
        </p:nvSpPr>
        <p:spPr>
          <a:xfrm>
            <a:off x="1872294" y="4272258"/>
            <a:ext cx="21969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A2B47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Humans</a:t>
            </a:r>
          </a:p>
          <a:p>
            <a:pPr algn="ctr"/>
            <a:r>
              <a:rPr lang="en-US" sz="1400" b="1" dirty="0">
                <a:solidFill>
                  <a:srgbClr val="A2B47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(Devs, QAs, POs, etc.)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7CA9CB-DF15-9A73-0DC3-FEC3313A250C}"/>
              </a:ext>
            </a:extLst>
          </p:cNvPr>
          <p:cNvSpPr txBox="1"/>
          <p:nvPr/>
        </p:nvSpPr>
        <p:spPr>
          <a:xfrm>
            <a:off x="3546310" y="2872561"/>
            <a:ext cx="18165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C5A2CB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Mobs</a:t>
            </a:r>
          </a:p>
          <a:p>
            <a:pPr algn="ctr"/>
            <a:br>
              <a:rPr lang="en-US" sz="1400" b="1" dirty="0">
                <a:solidFill>
                  <a:srgbClr val="C5A2CB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</a:br>
            <a:r>
              <a:rPr lang="en-US" sz="1400" dirty="0">
                <a:solidFill>
                  <a:srgbClr val="C5A2CB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(Teamwork with Humans, </a:t>
            </a:r>
          </a:p>
          <a:p>
            <a:pPr algn="ctr"/>
            <a:r>
              <a:rPr lang="en-US" sz="1400" dirty="0">
                <a:solidFill>
                  <a:srgbClr val="C5A2CB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Copiloting with AI)</a:t>
            </a:r>
          </a:p>
          <a:p>
            <a:pPr algn="ctr"/>
            <a:endParaRPr lang="en-US" sz="1400" b="1" dirty="0">
              <a:solidFill>
                <a:srgbClr val="C5A2CB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E23523-0AD9-92D6-8982-219AB02BF192}"/>
              </a:ext>
            </a:extLst>
          </p:cNvPr>
          <p:cNvSpPr txBox="1"/>
          <p:nvPr/>
        </p:nvSpPr>
        <p:spPr>
          <a:xfrm>
            <a:off x="9191116" y="2014033"/>
            <a:ext cx="12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A2B47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Architecture</a:t>
            </a:r>
          </a:p>
          <a:p>
            <a:pPr algn="ctr"/>
            <a:r>
              <a:rPr lang="en-US" sz="1400" dirty="0">
                <a:solidFill>
                  <a:srgbClr val="A2B47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Agents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2A6E8C-4BD2-A1C5-1CE9-4CCFE51CEC80}"/>
              </a:ext>
            </a:extLst>
          </p:cNvPr>
          <p:cNvSpPr txBox="1"/>
          <p:nvPr/>
        </p:nvSpPr>
        <p:spPr>
          <a:xfrm>
            <a:off x="6890930" y="3093438"/>
            <a:ext cx="18165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C5A2CB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Bolts</a:t>
            </a:r>
          </a:p>
          <a:p>
            <a:pPr algn="ctr"/>
            <a:endParaRPr lang="en-US" sz="1400" b="1" dirty="0">
              <a:solidFill>
                <a:srgbClr val="C5A2CB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  <a:p>
            <a:pPr algn="ctr"/>
            <a:r>
              <a:rPr lang="en-US" sz="1400" dirty="0">
                <a:solidFill>
                  <a:srgbClr val="C5A2CB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(Rapid iterations)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ADCD2C-A047-B82D-3C9F-E0245948F3B4}"/>
              </a:ext>
            </a:extLst>
          </p:cNvPr>
          <p:cNvSpPr txBox="1"/>
          <p:nvPr/>
        </p:nvSpPr>
        <p:spPr>
          <a:xfrm>
            <a:off x="9816605" y="3140550"/>
            <a:ext cx="1100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A2B47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Review</a:t>
            </a:r>
          </a:p>
          <a:p>
            <a:pPr algn="ctr"/>
            <a:r>
              <a:rPr lang="en-US" sz="1400" dirty="0">
                <a:solidFill>
                  <a:srgbClr val="A2B47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Agents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F73D94-19F0-B4BF-E195-BED74911992D}"/>
              </a:ext>
            </a:extLst>
          </p:cNvPr>
          <p:cNvSpPr txBox="1"/>
          <p:nvPr/>
        </p:nvSpPr>
        <p:spPr>
          <a:xfrm>
            <a:off x="9687402" y="4145285"/>
            <a:ext cx="1100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A2B47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Testing</a:t>
            </a:r>
          </a:p>
          <a:p>
            <a:pPr algn="ctr"/>
            <a:r>
              <a:rPr lang="en-US" sz="1400" dirty="0">
                <a:solidFill>
                  <a:srgbClr val="A2B47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Agents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D407F-D764-49F8-1D6B-A5B1265F954D}"/>
              </a:ext>
            </a:extLst>
          </p:cNvPr>
          <p:cNvSpPr txBox="1"/>
          <p:nvPr/>
        </p:nvSpPr>
        <p:spPr>
          <a:xfrm>
            <a:off x="8284198" y="5098312"/>
            <a:ext cx="1403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A2B47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Documentation</a:t>
            </a:r>
          </a:p>
          <a:p>
            <a:pPr algn="ctr"/>
            <a:r>
              <a:rPr lang="en-US" sz="1400" dirty="0">
                <a:solidFill>
                  <a:srgbClr val="A2B47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Agents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F9823-3963-1B80-92BD-90AA1AA85472}"/>
              </a:ext>
            </a:extLst>
          </p:cNvPr>
          <p:cNvSpPr txBox="1"/>
          <p:nvPr/>
        </p:nvSpPr>
        <p:spPr>
          <a:xfrm>
            <a:off x="7821192" y="1119728"/>
            <a:ext cx="1403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A2B47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Requirement</a:t>
            </a:r>
          </a:p>
          <a:p>
            <a:pPr algn="ctr"/>
            <a:r>
              <a:rPr lang="en-US" sz="1400" dirty="0">
                <a:solidFill>
                  <a:srgbClr val="A2B47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2909434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607b82b-6bff-400d-af64-8e7ab2e8a004}" enabled="0" method="" siteId="{d607b82b-6bff-400d-af64-8e7ab2e8a00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46</Words>
  <Application>Microsoft Macintosh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Inter Medium</vt:lpstr>
      <vt:lpstr>Inter SemiBold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Shehani Seneviratne</dc:creator>
  <cp:lastModifiedBy>Hasith Yaggahavita</cp:lastModifiedBy>
  <cp:revision>3</cp:revision>
  <dcterms:created xsi:type="dcterms:W3CDTF">2026-04-20T06:03:42Z</dcterms:created>
  <dcterms:modified xsi:type="dcterms:W3CDTF">2026-04-29T04:35:52Z</dcterms:modified>
</cp:coreProperties>
</file>